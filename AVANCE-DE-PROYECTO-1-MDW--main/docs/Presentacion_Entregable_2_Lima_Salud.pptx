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uccessful-medical-team.jp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14649"/>
            <a:ext cx="5074920" cy="3382980"/>
          </a:xfrm>
          <a:prstGeom prst="rect">
            <a:avLst/>
          </a:prstGeom>
        </p:spPr>
      </p:pic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8640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481328"/>
            <a:ext cx="5303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0B8A9"/>
                </a:solidFill>
                <a:latin typeface="Aptos"/>
              </a:rPr>
              <a:t>Entregable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62356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3800" b="1">
                <a:solidFill>
                  <a:srgbClr val="1E3A8A"/>
                </a:solidFill>
                <a:latin typeface="Aptos"/>
              </a:rPr>
              <a:t>L?gica de negocio con Spring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54680"/>
            <a:ext cx="5166360" cy="8229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700" b="0">
                <a:solidFill>
                  <a:srgbClr val="0F172A"/>
                </a:solidFill>
                <a:latin typeface="Aptos"/>
              </a:rPr>
              <a:t>Sistema web para optimizar la gesti?n de citas en pacientes de una cl?nica en Lima,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754880"/>
            <a:ext cx="45720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Curso: Marcos de Desarrollo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138928"/>
            <a:ext cx="45720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Integrantes: completar nombres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22976"/>
            <a:ext cx="45720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Mayo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Problema y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La gesti?n de citas impacta la experiencia del paciente y la organizaci?n cl?nica.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992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Contexto de salud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67128"/>
            <a:ext cx="292607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En una cl?nica, la programaci?n de citas debe ser r?pida, ordenada y trazable para evitar p?rdida de turnos y duplicidad de atenci?n.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9202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0992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Necesidad tecnol?gica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292607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Un sistema web permite centralizar pacientes, servicios y horarios desde una interfaz accesible para usuarios y personal cl?nico.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375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09928"/>
            <a:ext cx="29260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Soluci?n 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67128"/>
            <a:ext cx="292607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Aplicaci?n con Spring Boot, Thymeleaf y seguridad por roles, funcional sin base de datos persistente en este entregable.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77639"/>
            <a:ext cx="9692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Registro de usuarios pacientes.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Gesti?n de citas y horarios m?dicos.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Administraci?n de servicios.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Control de accesos con seguridad.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Objetivo del entregable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Implementar la l?gica de negocio solicitada para el Entregable 2.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75488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600" b="1">
                <a:solidFill>
                  <a:srgbClr val="1E3A8A"/>
                </a:solidFill>
                <a:latin typeface="Aptos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48840"/>
            <a:ext cx="4892040" cy="10972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>Desarrollar un sistema web funcional con Spring Boot que permita registrar pacientes, gestionar citas, administrar servicios y controlar accesos mediante roles.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09928"/>
            <a:ext cx="19202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67128"/>
            <a:ext cx="1920239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Registro y autenticaci?n de pacientes.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5087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5400" y="1508760"/>
            <a:ext cx="73152" cy="141732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09928"/>
            <a:ext cx="19202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Citas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67128"/>
            <a:ext cx="1920239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Programaci?n y cancelaci?n en memoria.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576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657600"/>
            <a:ext cx="7315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58768"/>
            <a:ext cx="19202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Servicios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15968"/>
            <a:ext cx="1920239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Listado y administraci?n de especialidades.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36576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365760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858768"/>
            <a:ext cx="19202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Seguridad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315968"/>
            <a:ext cx="1920239" cy="6400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Roles: paciente, m?dico y administrador.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Arquitectura de la soluci?n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Estructura MVC con datos en memoria para este entregable.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14630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Front-end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1463039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HTML, CSS, Bootstrap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514600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  <a:latin typeface="Aptos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82880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828800"/>
            <a:ext cx="73152" cy="182880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2029968"/>
            <a:ext cx="14630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Thymeleaf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487168"/>
            <a:ext cx="1463039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Renderizado din?mico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514600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  <a:latin typeface="Aptos"/>
              </a:rP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12664" y="182880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12664" y="1828800"/>
            <a:ext cx="73152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2029968"/>
            <a:ext cx="14630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Controladores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487168"/>
            <a:ext cx="1463039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UsuarioController
PacienteController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514600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  <a:latin typeface="Aptos"/>
              </a:rP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6096" y="182880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6096" y="182880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4696" y="2029968"/>
            <a:ext cx="14630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Servicios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2487168"/>
            <a:ext cx="1463039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ClinicaService
UsuarioService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2514600"/>
            <a:ext cx="411480" cy="2743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400" b="1">
                <a:solidFill>
                  <a:srgbClr val="64748B"/>
                </a:solidFill>
                <a:latin typeface="Aptos"/>
              </a:rP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39528" y="1828800"/>
            <a:ext cx="187451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39528" y="182880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8128" y="2029968"/>
            <a:ext cx="14630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Memoria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2487168"/>
            <a:ext cx="1463039" cy="10515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Pacientes, citas, servicios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519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Spring MVC separa rutas, l?gica y presentaci?n.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Spring Security protege rutas seg?n rol.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Los datos se almacenan en listas en memoria, como pide el entregable.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Configuraci?n Spring Boot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El avance est?tico fue convertido en una aplicaci?n Maven ejecutable.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166360" cy="4160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09928"/>
            <a:ext cx="4764024" cy="3758183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pom.xml
+ spring-boot-starter-web
+ spring-boot-starter-thymeleaf
+ spring-boot-starter-security
+ spring-boot-starter-validation
application.properties
server.port=8080
spring.thymeleaf.cache=false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9164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Clase principal: LimaSaludApplication.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Recursos est?ticos en src/main/resources/static.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Vistas din?micas en src/main/resources/templates.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Ejecuci?n local con mvn spring-boot:run.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840480"/>
            <a:ext cx="4754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918" y="3840480"/>
            <a:ext cx="3454082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UsuarioController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Gestiona acceso, registro y redirecci?n por rol.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074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GET /: muestra la p?gina principal.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GET /login: renderiza el formulario de acceso.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POST /usuarios/registrar: registra pacientes.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GET /redirigir: env?a a cada usuario a su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886200"/>
            <a:ext cx="4846320" cy="1371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087368"/>
            <a:ext cx="4443983" cy="9692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@Controller
class UsuarioController
  inicio()
  login()
  registrarPaciente()
  redirigirPorRol()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074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38838"/>
            <a:ext cx="5074920" cy="28546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PacienteController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Conecta pacientes, citas, agenda m?dica y servicios.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2834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Portal paciente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834639" cy="7315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GET /portal-paciente muestra datos del paciente autenticado, servicios y citas.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73152" cy="150876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64208"/>
            <a:ext cx="2834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Gesti?n de citas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834639" cy="7315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POST /citas registra; POST /citas/{id}/cancelar elimina citas en memoria.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246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8"/>
            <a:ext cx="2834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Portal m?dico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2834639" cy="731519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GET /medico/agenda lista pacientes, horarios, citas y servicios.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57600"/>
            <a:ext cx="10332720" cy="1600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" y="3858768"/>
            <a:ext cx="9930384" cy="119786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Rutas clave: /portal-paciente, /medico/agenda, /pacientes, /medico/citas, /servicios
El controlador recibe datos de formularios, valida entradas y delega la l?gica a ClinicaService.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Renderizado din?mico con Thymeleaf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Las vistas muestran informaci?n proveniente del backend Spring.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1206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al-paci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512064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6002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th:each para listar servicios, horarios y citas.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th:text para mostrar datos de pacientes.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th:action para formularios POST hacia controladores.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72A"/>
                </a:solidFill>
                <a:latin typeface="Aptos"/>
              </a:rPr>
              <a:t>? Tokens CSRF integrados en formularios protegidos.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886200"/>
            <a:ext cx="4892040" cy="1325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4087368"/>
            <a:ext cx="4489703" cy="92354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&lt;div th:each="cita : ${citas}"&gt;
  &lt;span th:text="${cita.medico}"&gt;&lt;/span&gt;
&lt;/div&gt;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Seguridad y control de accesos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Spring Security protege rutas por rol y cifra credenciales.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20116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Autenticaci?n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2011679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Login personalizado en /login.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73152" cy="132588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618488"/>
            <a:ext cx="20116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Contrase?as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75688"/>
            <a:ext cx="2011679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Cifrado BCrypt para usuarios.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4173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18488"/>
            <a:ext cx="20116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075688"/>
            <a:ext cx="2011679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PACIENTE, MEDICO y ADMIN.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41732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1417320"/>
            <a:ext cx="73152" cy="1325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618488"/>
            <a:ext cx="201167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CSRF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075688"/>
            <a:ext cx="2011679" cy="5486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Formularios POST protegidos.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3337560"/>
            <a:ext cx="4983480" cy="187451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1288" y="3538728"/>
            <a:ext cx="4581144" cy="147218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Consolas"/>
              </a:rPr>
              <a:t>/portal-paciente -&gt; autenticado
/citas/** -&gt; autenticado
/medico/** -&gt; MEDICO o ADMIN
/servicios/** -&gt; MEDICO o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456432"/>
            <a:ext cx="470916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Aptos"/>
              </a:rPr>
              <a:t>Credenciales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86200"/>
            <a:ext cx="4709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paciente / Paciente2026!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medico / Medico2026!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admin / Admin2026!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Demostraci?n funcional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Flujo recomendado para presentar el sistema.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genda-med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85962"/>
            <a:ext cx="5212080" cy="293179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68680" y="141732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1828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35608"/>
            <a:ext cx="45262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Abrir http://localhost:8080/.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029968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93976"/>
            <a:ext cx="1828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48256"/>
            <a:ext cx="45262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Ingresar como paciente y registrar una cita.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2642616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06624"/>
            <a:ext cx="1828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660904"/>
            <a:ext cx="45262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Revisar la secci?n Mis Citas.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255264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319272"/>
            <a:ext cx="1828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273552"/>
            <a:ext cx="45262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Ingresar como m?dico.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3867912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931920"/>
            <a:ext cx="1828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86200"/>
            <a:ext cx="45262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Registrar pacientes, citas y servicios.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48056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544568"/>
            <a:ext cx="182880" cy="146304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98848"/>
            <a:ext cx="452628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Aptos"/>
              </a:rPr>
              <a:t>Mostrar que la informaci?n se renderiza din?micamente.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Evidencias del entregable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Capturas y archivos que respaldan la implementaci?n.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02" y="1417320"/>
            <a:ext cx="3373755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3484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425892"/>
            <a:ext cx="3383280" cy="190309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92440" y="141732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ortal-pacien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425892"/>
            <a:ext cx="3383280" cy="1903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3886200"/>
            <a:ext cx="10424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C?digo fuente en src/main/java/com/clinica/limasalud.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Vistas Thymeleaf en src/main/resources/templates.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Recursos visuales en src/main/resources/static.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F172A"/>
                </a:solidFill>
                <a:latin typeface="Aptos"/>
              </a:rPr>
              <a:t>? Monograf?a base y guion en la carpeta docs.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Resultado del Entregable 2.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2834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Sistema funcional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283463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Se implement? una aplicaci?n Spring Boot que integra front-end, backend, seguridad y renderizado din?mico.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6304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63040"/>
            <a:ext cx="73152" cy="1920240"/>
          </a:xfrm>
          <a:prstGeom prst="rect">
            <a:avLst/>
          </a:prstGeom>
          <a:solidFill>
            <a:srgbClr val="00B8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64208"/>
            <a:ext cx="2834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Sin BD persistente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283463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Los datos se administran en memoria, cumpliendo la indicaci?n del entregable actual.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6304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64208"/>
            <a:ext cx="2834639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Aptos"/>
              </a:rPr>
              <a:t>Base para 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2834639" cy="11430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La estructura queda preparada para incorporar una base de datos en una siguiente etapa.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332720" cy="6858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El sistema permite registrar pacientes, gestionar citas, administrar servicios y controlar accesos con roles de paciente, m?dico y administrador.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859536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1E3A8A"/>
                </a:solidFill>
                <a:latin typeface="Aptos"/>
              </a:rPr>
              <a:t>Referencias bibliogr?ficas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59536"/>
            <a:ext cx="7863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Formato APA resumido para la presentaci?n.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274320"/>
            <a:ext cx="530352" cy="530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5800" y="1143000"/>
            <a:ext cx="1083564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0F172A"/>
                </a:solidFill>
                <a:latin typeface="Aptos"/>
              </a:rPr>
              <a:t>? Spring. (s. f.). Spring Boot Reference Documentation. https://docs.spring.io/spring-boot/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F172A"/>
                </a:solidFill>
                <a:latin typeface="Aptos"/>
              </a:rPr>
              <a:t>? Spring Security. (s. f.). Spring Security Reference. https://docs.spring.io/spring-security/reference/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F172A"/>
                </a:solidFill>
                <a:latin typeface="Aptos"/>
              </a:rPr>
              <a:t>? The Thymeleaf Project. (s. f.). Thymeleaf Documentation. https://www.thymeleaf.org/documentation.html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F172A"/>
                </a:solidFill>
                <a:latin typeface="Aptos"/>
              </a:rPr>
              <a:t>? OWASP Foundation. (s. f.). Cross-Site Request Forgery Prevention Cheat Sheet.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F172A"/>
                </a:solidFill>
                <a:latin typeface="Aptos"/>
              </a:rPr>
              <a:t>? World Health Organization. (2021). Global strategy on digital health 2020-2025.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46520"/>
            <a:ext cx="5120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Proyecto Final - Marcos de Desarrollo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